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1095AB-8739-49D5-86F7-D3FC2EFA6F50}" v="12" dt="2025-03-04T22:09:17.7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n, Jia" userId="e91d75cc-3ced-4336-aea5-dce33ccab966" providerId="ADAL" clId="{661095AB-8739-49D5-86F7-D3FC2EFA6F50}"/>
    <pc:docChg chg="undo custSel addSld modSld">
      <pc:chgData name="Shen, Jia" userId="e91d75cc-3ced-4336-aea5-dce33ccab966" providerId="ADAL" clId="{661095AB-8739-49D5-86F7-D3FC2EFA6F50}" dt="2025-03-04T22:09:50.017" v="445" actId="1076"/>
      <pc:docMkLst>
        <pc:docMk/>
      </pc:docMkLst>
      <pc:sldChg chg="addSp delSp modSp new mod modClrScheme delAnim modAnim chgLayout">
        <pc:chgData name="Shen, Jia" userId="e91d75cc-3ced-4336-aea5-dce33ccab966" providerId="ADAL" clId="{661095AB-8739-49D5-86F7-D3FC2EFA6F50}" dt="2025-03-04T22:09:50.017" v="445" actId="1076"/>
        <pc:sldMkLst>
          <pc:docMk/>
          <pc:sldMk cId="4106914427" sldId="256"/>
        </pc:sldMkLst>
        <pc:spChg chg="del mod ord">
          <ac:chgData name="Shen, Jia" userId="e91d75cc-3ced-4336-aea5-dce33ccab966" providerId="ADAL" clId="{661095AB-8739-49D5-86F7-D3FC2EFA6F50}" dt="2025-03-04T00:38:04.242" v="1" actId="700"/>
          <ac:spMkLst>
            <pc:docMk/>
            <pc:sldMk cId="4106914427" sldId="256"/>
            <ac:spMk id="2" creationId="{D271B625-265C-8622-85D9-E988A80FF9E8}"/>
          </ac:spMkLst>
        </pc:spChg>
        <pc:spChg chg="del">
          <ac:chgData name="Shen, Jia" userId="e91d75cc-3ced-4336-aea5-dce33ccab966" providerId="ADAL" clId="{661095AB-8739-49D5-86F7-D3FC2EFA6F50}" dt="2025-03-04T00:38:04.242" v="1" actId="700"/>
          <ac:spMkLst>
            <pc:docMk/>
            <pc:sldMk cId="4106914427" sldId="256"/>
            <ac:spMk id="3" creationId="{C5EC8CB7-C818-3B6D-A0C8-DB56DADFA7FE}"/>
          </ac:spMkLst>
        </pc:spChg>
        <pc:spChg chg="add mod ord">
          <ac:chgData name="Shen, Jia" userId="e91d75cc-3ced-4336-aea5-dce33ccab966" providerId="ADAL" clId="{661095AB-8739-49D5-86F7-D3FC2EFA6F50}" dt="2025-03-04T00:39:37.109" v="43" actId="1076"/>
          <ac:spMkLst>
            <pc:docMk/>
            <pc:sldMk cId="4106914427" sldId="256"/>
            <ac:spMk id="4" creationId="{AA754E53-813F-77FC-EE5B-A3FC0985D370}"/>
          </ac:spMkLst>
        </pc:spChg>
        <pc:spChg chg="add mod">
          <ac:chgData name="Shen, Jia" userId="e91d75cc-3ced-4336-aea5-dce33ccab966" providerId="ADAL" clId="{661095AB-8739-49D5-86F7-D3FC2EFA6F50}" dt="2025-03-04T22:09:50.017" v="445" actId="1076"/>
          <ac:spMkLst>
            <pc:docMk/>
            <pc:sldMk cId="4106914427" sldId="256"/>
            <ac:spMk id="7" creationId="{1F08F745-C661-7E2C-6CC2-A8E04CF28448}"/>
          </ac:spMkLst>
        </pc:spChg>
        <pc:spChg chg="add mod">
          <ac:chgData name="Shen, Jia" userId="e91d75cc-3ced-4336-aea5-dce33ccab966" providerId="ADAL" clId="{661095AB-8739-49D5-86F7-D3FC2EFA6F50}" dt="2025-03-04T22:09:41.537" v="444" actId="1076"/>
          <ac:spMkLst>
            <pc:docMk/>
            <pc:sldMk cId="4106914427" sldId="256"/>
            <ac:spMk id="8" creationId="{FEE41434-EC2E-EEEF-0C40-9AAECB20236B}"/>
          </ac:spMkLst>
        </pc:spChg>
        <pc:spChg chg="add mod">
          <ac:chgData name="Shen, Jia" userId="e91d75cc-3ced-4336-aea5-dce33ccab966" providerId="ADAL" clId="{661095AB-8739-49D5-86F7-D3FC2EFA6F50}" dt="2025-03-04T22:09:50.017" v="445" actId="1076"/>
          <ac:spMkLst>
            <pc:docMk/>
            <pc:sldMk cId="4106914427" sldId="256"/>
            <ac:spMk id="9" creationId="{73BA389A-48E2-393F-0897-FE350E855DAA}"/>
          </ac:spMkLst>
        </pc:spChg>
        <pc:picChg chg="add mod modCrop">
          <ac:chgData name="Shen, Jia" userId="e91d75cc-3ced-4336-aea5-dce33ccab966" providerId="ADAL" clId="{661095AB-8739-49D5-86F7-D3FC2EFA6F50}" dt="2025-03-04T22:09:37.111" v="443" actId="1076"/>
          <ac:picMkLst>
            <pc:docMk/>
            <pc:sldMk cId="4106914427" sldId="256"/>
            <ac:picMk id="2" creationId="{FFF42F12-EFBD-DB34-A41E-05B4AAA4EE4E}"/>
          </ac:picMkLst>
        </pc:picChg>
        <pc:picChg chg="del mod">
          <ac:chgData name="Shen, Jia" userId="e91d75cc-3ced-4336-aea5-dce33ccab966" providerId="ADAL" clId="{661095AB-8739-49D5-86F7-D3FC2EFA6F50}" dt="2025-03-04T00:54:44.811" v="273" actId="21"/>
          <ac:picMkLst>
            <pc:docMk/>
            <pc:sldMk cId="4106914427" sldId="256"/>
            <ac:picMk id="5" creationId="{9307C1BD-5C93-F9A2-1BAB-37185811A07A}"/>
          </ac:picMkLst>
        </pc:picChg>
        <pc:picChg chg="add mod">
          <ac:chgData name="Shen, Jia" userId="e91d75cc-3ced-4336-aea5-dce33ccab966" providerId="ADAL" clId="{661095AB-8739-49D5-86F7-D3FC2EFA6F50}" dt="2025-03-04T22:09:50.017" v="445" actId="1076"/>
          <ac:picMkLst>
            <pc:docMk/>
            <pc:sldMk cId="4106914427" sldId="256"/>
            <ac:picMk id="6" creationId="{3593FF79-57E7-3ECA-E6AD-92D88B0DA066}"/>
          </ac:picMkLst>
        </pc:picChg>
        <pc:picChg chg="add del mod">
          <ac:chgData name="Shen, Jia" userId="e91d75cc-3ced-4336-aea5-dce33ccab966" providerId="ADAL" clId="{661095AB-8739-49D5-86F7-D3FC2EFA6F50}" dt="2025-03-04T21:53:02.919" v="364" actId="478"/>
          <ac:picMkLst>
            <pc:docMk/>
            <pc:sldMk cId="4106914427" sldId="256"/>
            <ac:picMk id="10" creationId="{FE03B20F-CDCA-192C-F20B-E7FAF0F39C12}"/>
          </ac:picMkLst>
        </pc:picChg>
        <pc:picChg chg="add del mod modCrop">
          <ac:chgData name="Shen, Jia" userId="e91d75cc-3ced-4336-aea5-dce33ccab966" providerId="ADAL" clId="{661095AB-8739-49D5-86F7-D3FC2EFA6F50}" dt="2025-03-04T22:09:14.061" v="437" actId="478"/>
          <ac:picMkLst>
            <pc:docMk/>
            <pc:sldMk cId="4106914427" sldId="256"/>
            <ac:picMk id="11" creationId="{5EE144E3-F174-CBB8-F346-179E2E8BF9C6}"/>
          </ac:picMkLst>
        </pc:picChg>
      </pc:sldChg>
      <pc:sldChg chg="addSp delSp modSp new mod delAnim modAnim">
        <pc:chgData name="Shen, Jia" userId="e91d75cc-3ced-4336-aea5-dce33ccab966" providerId="ADAL" clId="{661095AB-8739-49D5-86F7-D3FC2EFA6F50}" dt="2025-03-04T22:05:06.777" v="436" actId="1076"/>
        <pc:sldMkLst>
          <pc:docMk/>
          <pc:sldMk cId="530987571" sldId="257"/>
        </pc:sldMkLst>
        <pc:spChg chg="mod">
          <ac:chgData name="Shen, Jia" userId="e91d75cc-3ced-4336-aea5-dce33ccab966" providerId="ADAL" clId="{661095AB-8739-49D5-86F7-D3FC2EFA6F50}" dt="2025-03-04T00:54:10.466" v="266" actId="1076"/>
          <ac:spMkLst>
            <pc:docMk/>
            <pc:sldMk cId="530987571" sldId="257"/>
            <ac:spMk id="2" creationId="{C0FEA598-3CF3-43E0-D5FA-64A65C63D9D7}"/>
          </ac:spMkLst>
        </pc:spChg>
        <pc:spChg chg="add mod">
          <ac:chgData name="Shen, Jia" userId="e91d75cc-3ced-4336-aea5-dce33ccab966" providerId="ADAL" clId="{661095AB-8739-49D5-86F7-D3FC2EFA6F50}" dt="2025-03-04T22:05:06.777" v="436" actId="1076"/>
          <ac:spMkLst>
            <pc:docMk/>
            <pc:sldMk cId="530987571" sldId="257"/>
            <ac:spMk id="3" creationId="{01898BBB-A6A7-21BE-A30C-1B9E300DE29B}"/>
          </ac:spMkLst>
        </pc:spChg>
        <pc:spChg chg="add mod">
          <ac:chgData name="Shen, Jia" userId="e91d75cc-3ced-4336-aea5-dce33ccab966" providerId="ADAL" clId="{661095AB-8739-49D5-86F7-D3FC2EFA6F50}" dt="2025-03-04T21:57:44.207" v="433" actId="20577"/>
          <ac:spMkLst>
            <pc:docMk/>
            <pc:sldMk cId="530987571" sldId="257"/>
            <ac:spMk id="4" creationId="{A6FD67A2-CCB8-9256-BC2E-39D1A05AE96B}"/>
          </ac:spMkLst>
        </pc:spChg>
        <pc:picChg chg="add del mod">
          <ac:chgData name="Shen, Jia" userId="e91d75cc-3ced-4336-aea5-dce33ccab966" providerId="ADAL" clId="{661095AB-8739-49D5-86F7-D3FC2EFA6F50}" dt="2025-03-04T00:54:47.217" v="274" actId="478"/>
          <ac:picMkLst>
            <pc:docMk/>
            <pc:sldMk cId="530987571" sldId="257"/>
            <ac:picMk id="3" creationId="{A39B821A-BF77-A8C1-B024-1A106D879848}"/>
          </ac:picMkLst>
        </pc:picChg>
        <pc:picChg chg="add mod">
          <ac:chgData name="Shen, Jia" userId="e91d75cc-3ced-4336-aea5-dce33ccab966" providerId="ADAL" clId="{661095AB-8739-49D5-86F7-D3FC2EFA6F50}" dt="2025-03-04T22:05:01.932" v="435" actId="1076"/>
          <ac:picMkLst>
            <pc:docMk/>
            <pc:sldMk cId="530987571" sldId="257"/>
            <ac:picMk id="5" creationId="{9307C1BD-5C93-F9A2-1BAB-37185811A07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CD2BC-813E-C64A-68B6-DA95289D9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7C6B3C-4C1F-CBD4-21CF-8CD2B45B7D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7C10D-77A1-EA93-60B5-5FD0BAAD1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E48C9-A464-427A-AED8-7482DD485580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F8D3F-C78E-08C6-A76E-792A599D6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A9B5C-0A01-899F-6B08-9AB1920B0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FA13F-6D0E-4CE5-B464-3A039A37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21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20072-8CD0-FB1A-4D05-61CA303C6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0A7D3-2060-7DA5-0D45-7A41195A3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43C3B-643F-1E12-E061-D92130A34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E48C9-A464-427A-AED8-7482DD485580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CCD3A-E491-0969-7828-F54E9AF3F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4605E-32F5-72E9-2107-396711891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FA13F-6D0E-4CE5-B464-3A039A37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980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8CAE0-79F3-B054-30D5-7C7102784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51938-4137-2570-E69C-FBFB0D1BD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5CAE5-F03F-6EB8-AA6D-867301791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E48C9-A464-427A-AED8-7482DD485580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105E7-606A-FD22-FA5B-A7BC21D9D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7D6C1-0379-72E9-01B0-F660F8877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FA13F-6D0E-4CE5-B464-3A039A37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741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918FD-40DE-F7BA-E159-3D2C21D5A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926A2-47AF-356A-C3D2-49ACD16B01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378135-6DB3-09E2-6CD4-BC0157A8A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D8595-57A8-6461-2DCF-361A35B43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E48C9-A464-427A-AED8-7482DD485580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E9934-0EFC-AE5F-D9D1-96358840F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5FE72-9ED5-B748-716B-EEC8263E6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FA13F-6D0E-4CE5-B464-3A039A37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601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BE218-F415-1B15-49BD-0054009D6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2756F-DFF5-CEBB-7695-CD045750F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2CDBE7-F58D-E5C0-BC13-1F70917BE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521398-5D3D-A2F3-B0C1-62CA727113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AB7D69-E727-71D5-7BB0-0E9AD569F6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E83B37-64AC-F29F-646C-8EC2E6F80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E48C9-A464-427A-AED8-7482DD485580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4888AE-DC79-EEB9-DBF5-BB1797273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C5CFBB-FDF2-E7F7-42D1-6EAF1FB4F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FA13F-6D0E-4CE5-B464-3A039A37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305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FD766-FD64-942B-750C-6A488EA73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88B67E-2A07-0AD8-5C34-50F5C5193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E48C9-A464-427A-AED8-7482DD485580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CB4D3-54AC-1A4D-5680-BF22FBD20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BE892F-4E34-ED35-7211-0E2B4128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FA13F-6D0E-4CE5-B464-3A039A37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54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3D3F42-9883-8389-FAEE-358D5D7CC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E48C9-A464-427A-AED8-7482DD485580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99A382-DAE6-9272-FFA7-9192A5AD4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5E0D6-9F4B-E0A2-552D-C27EFD7B3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FA13F-6D0E-4CE5-B464-3A039A37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771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6151A-77F4-F963-CA53-1633AB473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55F27-9693-073F-F089-023F1B6DE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36DE9F-6E72-B253-0035-2E0C3A6552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61CD49-E110-4994-9A6C-8999C65DD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E48C9-A464-427A-AED8-7482DD485580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CF50A-3743-4800-3DA0-98E0BC0C5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4ABB5-46AE-9237-95AB-22BA0C6AD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FA13F-6D0E-4CE5-B464-3A039A37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313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A37CF-7D8D-9C99-83F2-AC0675109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DEA7E3-4854-66CA-AE5D-344B6A81C3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9931E-F6D3-3550-CA68-E2C07C934F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772BC-94D9-CD94-3F16-3D7F3FBCD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E48C9-A464-427A-AED8-7482DD485580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BE5DD-94B0-932F-4FAC-E5BB191EB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43D46-C2BB-F8CE-812C-E42B3D4E4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FA13F-6D0E-4CE5-B464-3A039A37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847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32493-5C53-AD07-E7E7-4BF7369F5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CCB9A2-031A-484D-DD20-EE4E5360A0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BB8C4-66DE-5AA3-8688-E36BE453A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E48C9-A464-427A-AED8-7482DD485580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A7DAA-D007-96F7-21E3-0BDA3638A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8994A-E0D2-8FB6-716C-BC08EC81E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FA13F-6D0E-4CE5-B464-3A039A37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011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4D504E-7D3F-5C43-2965-C8AC017E26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93A249-C4D5-032B-624E-9B241353A5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016C8-4720-8BA7-F242-98370DD5E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E48C9-A464-427A-AED8-7482DD485580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38A7D-0CF6-8E05-D48D-324B1B803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3E8DA-78F5-1646-B7A9-CAE66EFB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FA13F-6D0E-4CE5-B464-3A039A37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621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D5EFC6-BC69-BDFE-94B9-939B94E43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35242-9E02-7785-6FB6-C4E94BA66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3962D-37A3-D5CB-C8F2-71A73EC0B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BE48C9-A464-427A-AED8-7482DD485580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9347A-9F7B-AFB1-49C4-4DE71B502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41EE9-F637-6D80-6ACE-DCD193F7E8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AFA13F-6D0E-4CE5-B464-3A039A37D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44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754E53-813F-77FC-EE5B-A3FC0985D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Robot contact model</a:t>
            </a:r>
          </a:p>
        </p:txBody>
      </p:sp>
      <p:pic>
        <p:nvPicPr>
          <p:cNvPr id="6" name="Picture 5" descr="A metal wire with a white handle&#10;&#10;Description automatically generated with medium confidence">
            <a:extLst>
              <a:ext uri="{FF2B5EF4-FFF2-40B4-BE49-F238E27FC236}">
                <a16:creationId xmlns:a16="http://schemas.microsoft.com/office/drawing/2014/main" id="{3593FF79-57E7-3ECA-E6AD-92D88B0DA06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1" t="23408" r="6458" b="38749"/>
          <a:stretch/>
        </p:blipFill>
        <p:spPr>
          <a:xfrm>
            <a:off x="6828617" y="1325563"/>
            <a:ext cx="4944283" cy="15696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08F745-C661-7E2C-6CC2-A8E04CF28448}"/>
              </a:ext>
            </a:extLst>
          </p:cNvPr>
          <p:cNvSpPr txBox="1"/>
          <p:nvPr/>
        </p:nvSpPr>
        <p:spPr>
          <a:xfrm>
            <a:off x="8332334" y="2853640"/>
            <a:ext cx="2216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Real robot prototype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E41434-EC2E-EEEF-0C40-9AAECB20236B}"/>
              </a:ext>
            </a:extLst>
          </p:cNvPr>
          <p:cNvSpPr txBox="1"/>
          <p:nvPr/>
        </p:nvSpPr>
        <p:spPr>
          <a:xfrm>
            <a:off x="2320488" y="5484394"/>
            <a:ext cx="2260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Simulation - success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BA389A-48E2-393F-0897-FE350E855DAA}"/>
              </a:ext>
            </a:extLst>
          </p:cNvPr>
          <p:cNvSpPr txBox="1"/>
          <p:nvPr/>
        </p:nvSpPr>
        <p:spPr>
          <a:xfrm>
            <a:off x="6739419" y="3550708"/>
            <a:ext cx="41063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Displacement-driven robot (stiffer?)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Modeled as Cosserat rod (2 section).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tip contact.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Calculate speed: ~0.1 s per step.</a:t>
            </a:r>
          </a:p>
        </p:txBody>
      </p:sp>
      <p:pic>
        <p:nvPicPr>
          <p:cNvPr id="2" name="vid_contact1">
            <a:hlinkClick r:id="" action="ppaction://media"/>
            <a:extLst>
              <a:ext uri="{FF2B5EF4-FFF2-40B4-BE49-F238E27FC236}">
                <a16:creationId xmlns:a16="http://schemas.microsoft.com/office/drawing/2014/main" id="{FFF42F12-EFBD-DB34-A41E-05B4AAA4EE4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5139" t="3243" r="8623" b="5507"/>
          <a:stretch/>
        </p:blipFill>
        <p:spPr>
          <a:xfrm>
            <a:off x="241299" y="1236454"/>
            <a:ext cx="5914217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914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6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A598-3CF3-43E0-D5FA-64A65C63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0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vid_contact1_fail">
            <a:hlinkClick r:id="" action="ppaction://media"/>
            <a:extLst>
              <a:ext uri="{FF2B5EF4-FFF2-40B4-BE49-F238E27FC236}">
                <a16:creationId xmlns:a16="http://schemas.microsoft.com/office/drawing/2014/main" id="{9307C1BD-5C93-F9A2-1BAB-37185811A07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5007" y="1334553"/>
            <a:ext cx="5219366" cy="52193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FD67A2-CCB8-9256-BC2E-39D1A05AE96B}"/>
              </a:ext>
            </a:extLst>
          </p:cNvPr>
          <p:cNvSpPr txBox="1"/>
          <p:nvPr/>
        </p:nvSpPr>
        <p:spPr>
          <a:xfrm>
            <a:off x="5123261" y="1859523"/>
            <a:ext cx="383662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Unstable for larger pushing depth.</a:t>
            </a:r>
          </a:p>
          <a:p>
            <a:r>
              <a:rPr lang="en-US" dirty="0"/>
              <a:t> (robot instability? FK not </a:t>
            </a:r>
            <a:r>
              <a:rPr lang="en-US"/>
              <a:t>solvable)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898BBB-A6A7-21BE-A30C-1B9E300DE29B}"/>
              </a:ext>
            </a:extLst>
          </p:cNvPr>
          <p:cNvSpPr txBox="1"/>
          <p:nvPr/>
        </p:nvSpPr>
        <p:spPr>
          <a:xfrm>
            <a:off x="1691838" y="6424194"/>
            <a:ext cx="2260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Simulation - success</a:t>
            </a:r>
          </a:p>
        </p:txBody>
      </p:sp>
    </p:spTree>
    <p:extLst>
      <p:ext uri="{BB962C8B-B14F-4D97-AF65-F5344CB8AC3E}">
        <p14:creationId xmlns:p14="http://schemas.microsoft.com/office/powerpoint/2010/main" val="530987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6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1285</TotalTime>
  <Words>53</Words>
  <Application>Microsoft Office PowerPoint</Application>
  <PresentationFormat>Widescreen</PresentationFormat>
  <Paragraphs>11</Paragraphs>
  <Slides>2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Robot contact model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Shen, Jia</dc:creator>
  <cp:lastModifiedBy>Shen, Jia</cp:lastModifiedBy>
  <cp:revision>1</cp:revision>
  <dcterms:created xsi:type="dcterms:W3CDTF">2025-03-04T00:37:42Z</dcterms:created>
  <dcterms:modified xsi:type="dcterms:W3CDTF">2025-03-04T22:09:51Z</dcterms:modified>
</cp:coreProperties>
</file>